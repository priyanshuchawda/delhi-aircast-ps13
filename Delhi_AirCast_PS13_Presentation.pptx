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D0E8"/>
                </a:solidFill>
                <a:latin typeface="Calibri"/>
              </a:rPr>
              <a:t>PS-13  ·  AI-Powered Air Quality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Delhi AirCast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A simple forecast for your neighbourhood:
PM2.5 and AQI for the next 1 to 24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Priyanshu Chawda  ·  Aryan Babel  ·  Shruti Agrawal  ·  Aditya Gayal
Undergraduate project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People in Delhi need to know the air in their own neighbourhood.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They also need the next few hours, so they can plan a walk, a run, or school pickup.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We build Delhi AirCast: a short-term air forecast for each monitoring station.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app shows today’s air, the next 6–24 hours, and a clear line in simple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PS-13  ·  Delhi AirCast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Calibri"/>
              </a:rPr>
              <a:t>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the user sees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361188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1B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F"/>
                </a:solidFill>
                <a:latin typeface="Calibri"/>
              </a:rPr>
              <a:t>Right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Anand Vihar, 10:00
PM2.5   145 µg/m³
AQI about 187
Category: Poor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1188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1B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F"/>
                </a:solidFill>
                <a:latin typeface="Calibri"/>
              </a:rPr>
              <a:t>Next 6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11 AM   151
12 PM   158
1 PM    163
2 PM    157
4 PM    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61188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1B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F"/>
                </a:solidFill>
                <a:latin typeface="Calibri"/>
              </a:rPr>
              <a:t>In simple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Air quality may get
worse over the next
3 hours.
Then it eases a little
in the afternoon.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PS-13  ·  Delhi AirCast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Calibri"/>
              </a:rPr>
              <a:t>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data — all free, already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Pollution: CPCB / DPCC station data from OpenCity (15-minute files for 2024–2025).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Live updates: official data.gov.in CPCB API (stations were updating on 7 Sep 2026).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Weather: Open-Meteo — history and the next 48 hours, no API key.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Backup: OpenAQ, the same government stations through a second free API.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We checked these sources ourselves. They respond in a few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PS-13  ·  Delhi AirCast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Calibri"/>
              </a:rPr>
              <a:t>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the system fits together</a:t>
            </a:r>
          </a:p>
        </p:txBody>
      </p:sp>
      <p:pic>
        <p:nvPicPr>
          <p:cNvPr id="4" name="Picture 3" descr="fig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60912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PS-13  ·  Delhi AirCast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Calibri"/>
              </a:rPr>
              <a:t>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we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model predicts PM2.5. The app then converts that number to Indian AQI.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We compare three models and keep the one that works best.</a:t>
            </a:r>
          </a:p>
        </p:txBody>
      </p:sp>
      <p:pic>
        <p:nvPicPr>
          <p:cNvPr id="5" name="Picture 4" descr="fig03_model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1247120" cy="3319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PS-13  ·  Delhi AirCast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Calibri"/>
              </a:rPr>
              <a:t>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Ten stations across Delhi</a:t>
            </a:r>
          </a:p>
        </p:txBody>
      </p:sp>
      <p:pic>
        <p:nvPicPr>
          <p:cNvPr id="4" name="Picture 3" descr="fig07_st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858000" cy="4854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Anand Vihar, ITO, Okhla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Dwarka, NSIT, IGI Airport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Rohini, Punjabi Bagh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RK Puram, Mandir Marg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Each place gets its own forecast.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Later we can add more stations and nearby NCR cities.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PS-13  ·  Delhi AirCast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Calibri"/>
              </a:rPr>
              <a:t>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dashboard</a:t>
            </a:r>
          </a:p>
        </p:txBody>
      </p:sp>
      <p:pic>
        <p:nvPicPr>
          <p:cNvPr id="4" name="Picture 3" descr="fig08_dashboard_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1155680" cy="652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PS-13  ·  Delhi AirCast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Calibri"/>
              </a:rPr>
              <a:t>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plan, and how we grow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2743200" cy="2331720"/>
          </a:xfrm>
          <a:prstGeom prst="roundRect">
            <a:avLst/>
          </a:prstGeom>
          <a:solidFill>
            <a:srgbClr val="EEF3F8"/>
          </a:solidFill>
          <a:ln>
            <a:solidFill>
              <a:srgbClr val="1B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17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5F8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F"/>
                </a:solidFill>
                <a:latin typeface="Calibri"/>
              </a:rPr>
              <a:t>Clean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Merge pollution
and weather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743200" cy="2331720"/>
          </a:xfrm>
          <a:prstGeom prst="roundRect">
            <a:avLst/>
          </a:prstGeom>
          <a:solidFill>
            <a:srgbClr val="EEF3F8"/>
          </a:solidFill>
          <a:ln>
            <a:solidFill>
              <a:srgbClr val="1B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417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5F8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F"/>
                </a:solidFill>
                <a:latin typeface="Calibri"/>
              </a:rPr>
              <a:t>First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Simple baseline,
then XGBoost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2743200" cy="2331720"/>
          </a:xfrm>
          <a:prstGeom prst="roundRect">
            <a:avLst/>
          </a:prstGeom>
          <a:solidFill>
            <a:srgbClr val="EEF3F8"/>
          </a:solidFill>
          <a:ln>
            <a:solidFill>
              <a:srgbClr val="1B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17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5F8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F"/>
                </a:solidFill>
                <a:latin typeface="Calibri"/>
              </a:rPr>
              <a:t>Deeper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LSTM, then a
station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280160"/>
            <a:ext cx="2743200" cy="2331720"/>
          </a:xfrm>
          <a:prstGeom prst="roundRect">
            <a:avLst/>
          </a:prstGeom>
          <a:solidFill>
            <a:srgbClr val="EEF3F8"/>
          </a:solidFill>
          <a:ln>
            <a:solidFill>
              <a:srgbClr val="1B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1417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5F8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F"/>
                </a:solidFill>
                <a:latin typeface="Calibri"/>
              </a:rPr>
              <a:t>Live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Hourly update
and weekly 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Every hour the app collects new readings and shows a fresh forecast.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Every week we add the new data and keep the better model.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The same design can later cover more Delhi stations, NCR, and other cities such as Pune.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PS-13  ·  Delhi AirCast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B7A"/>
                </a:solidFill>
                <a:latin typeface="Calibri"/>
              </a:rPr>
              <a:t>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Delhi AirCast  ·  a clear air forecast for every neighbourhood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D0E8"/>
                </a:solidFill>
                <a:latin typeface="Calibri"/>
              </a:rPr>
              <a:t>Priyanshu Chawda  ·  Aryan Babel
Shruti Agrawal  ·  Aditya Gayal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